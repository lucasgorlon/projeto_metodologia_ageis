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 – 0:15] Olá! Sou o Lucas, do time de Produto. Vou apresentar os resultados da primeira rodada de validação de uma ideia: usar IA para ajudar quem trata alertas de monitoramento. A pergunta aqui não é se a ideia é boa, e sim se ela merece ser construída.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 – 0:40] O problema parte da minha vivência no plantão. Quando um alerta chega, principalmente fora do horário, ele traz só dados técnicos: o host, o trigger, a severidade. Para agir, a gente ainda precisa buscar histórico, documentação, colegas ou o cliente. A nossa hipótese inicial: um resumo gerado por IA, entregue junto ao alerta, aceleraria essa primeira 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 – 1:05] Antes de qualquer teste, definimos três hipóteses com critérios mensuráveis. Problema: o tempo para entender o alerta é relevante. Solução: o resumo deixa o alerta mais claro. Valor: as pessoas querem usar, e isso foi medido por um comportamento concreto, deixar contato para testar o beta. Também deixamos registrada a regra de decisão: perseverar, ajustar, pivotar ou abandonar.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[1:05 – 1:35] Nós não construímos nada. Fizemos um teste no estilo Mágico de Oz: peguei três alertas reais, anonimizei, gerei os resumos com IA usando sempre o mesmo prompt e coloquei tudo lado a lado num formulário. O plano original era testar em plantões reais, mas só duas pessoas fazem plantão aqui, então ampliamos o público para profissionais de TI de outras áreas e empresas. Responderam seis profissionais, quatro deles plantonistas, e depois fiz duas entrevistas de aprofundamento.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[1:35 – 2:10] Agora, os números. Cinco de seis levaram cinco minutos ou mais para saber o que fazer no último alerta. Os seis preferem receber o alerta junto com o resumo, e ninguém quer só o resumo. A clareza média do resumo ficou em 3,5, abaixo da nossa meta de 4, embora acima do 2,7 do alerta original. E quatro de seis deixaram contato para testar o beta. Como a amostra é pequena, tratamos isso como evidência direcional.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[2:10 – 2:35] Comparando com as hipóteses: o problema foi confirmado só em parte. Existe perda de tempo, mas quase ninguém disse que o texto do alerta é o problema. A solução também ficou parcial: todos querem o resumo, mas a clareza não bateu a meta. Já a hipótese de valor foi confirmada.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[2:35 – 3:05] E aqui está o principal aprendizado. Quando perguntamos qual a parte mais difícil, as respostas foram: informação vaga do cliente, regra de negócio sem documentação, descobrir o problema real. Ou seja, o tempo não vai para decifrar o alerta, vai para reunir contexto. As entrevistas mostraram ainda dois perfis: o experiente quer dados precisos, o iniciante quer linguagem clara. E os dois disseram que uma sugestão errada da IA destrói a confiança.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[3:05 – 3:35] Pela regra que definimos antes do teste, a decisão é ajustar. Mantemos o problema e o público, mas a solução deixa de ser um resumo e passa a ser o contexto do alerta: identificação, localização, tempo offline, reincidência e o trecho da documentação, sempre mostrando a fonte. A sugestão de primeiro passo só aparece quando tiver base documentada.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[3:35 – 4:00] Como próximos passos: validar a nova versão com os quatro interessados, mapear quais fontes de contexto estão acessíveis de forma estruturada, e testar o novo protótipo medindo o tempo em plantão real. Só depois disso faz sentido investir na automação. Validar antes nos poupou de construir a solução para o problema errado. 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 descr="RODADA DE VALIDAÇÃO · CICLO 1 Contexto de Alertas com IA Da hipótese à evidência: essa ideia merece ser construída? Lucas Sgorlon Ribeiro · Metodologias Ágeis e Validação de Produtos · UniFECAF · Outubro de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 descr="Um alerta chega. E agora? Problema iniciou às 22:54 ICMP Ping: High ICMP ping loss Host: COND-C-ENDPOINT-05 Severidade: Warning Dados extras: Loss: 100 % Para agir, o plantonista ainda precisa buscar: Histórico do equipamento Documentação Colegas O próprio cliente Hipótese inicial: um resumo gerado por IA, entregue junto ao alerta, acelera a primeira aç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 descr="Três hipóteses, critérios antes do teste H1 · PROBLEMA Perde-se tempo relevante entendendo o alerta ≥ 60% relatam o problema como frequente H2 · SOLUÇÃO Um resumo por IA deixa o alerta mais claro ≥ 70% preferem o resumo e clareza média ≥ 4 H3 · VALOR Existe interesse real em usar ≥ 40% deixam contato para o beta Regra de decisão registrada antes da coleta: perseverar · ajustar · pivotar · abandon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 descr="O experimento: testar sem construir 1 Três alertas reais, anonimizados Banda saturada, equipamento fora do ar e perda de 100% marcada só como Warning 2 Resumo gerado por IA, com prompt padrão Estilo Mágico de Oz: nenhuma linha de código escrita 3 Comparação lado a lado no formulário Clareza, agilidade, preferência e interesse no beta 6 profissionais de TI responderam, 4 deles plantonistas 2 entrevistas de aprofundamento Plano original (concierge em plantão real) inviável: só 2 plantonistas e prazo curto. Ajuste: público ampliado e teste assíncron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 descr="O que os dados mostraram 5 de 6 levaram 5 min ou mais para saber o que fazer no último alerta 6 de 6 preferem alerta + resumo; ninguém quer só o resumo 3,5 clareza média do resumo: abaixo da meta de 4 (original: 2,7) 4 de 6 deixaram contato para testar o beta Amostra pequena (n = 6): resultados tratados como evidência direcio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 descr="Hipóteses vs. resultados Hipótese O que vimos Situação H1 · Problema A dor existe (5 de 6), mas quase ninguém aponta o texto do alerta como o problema Parcial H2 · Solução Todos preferem receber o resumo, mas a clareza (3,5) ficou abaixo da meta Parcial H3 · Valor 4 de 6 deixaram contato, acima da meta de 40% Confirm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 descr="PRINCIPAL APRENDIZADO O tempo se perde buscando o contexto em volta do alerta. O que mais custa tempo Informação vaga do cliente, regra de negócio sem documentação e descobrir o problema real. Dois perfis de usuário O experiente quer dados precisos e pouco texto; o iniciante quer linguagem clara. O que gera confiança Dados com fonte. Uma sugestão errada ou vaga derruba a credibilidade de todo o res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 descr="DECISÃO DO CICLO Ajustar Pela regra definida antes do teste: o problema e o interesse se mantêm, a solução muda. Antes: resumo do alerta O que aconteceu Gravidade e impacto Causas prováveis Primeiro passo Agora: contexto do alerta ID, IP e localização do equipamento Tempo offline e reincidência Trecho da documentação, com fonte 1º passo só com base document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 descr="Próximos passos recomendados 1 Validar o contexto do alerta com os 4 interessados 2 Mapear quais fontes de contexto estão acessíveis de forma estruturada 3 Testar o novo protótipo medindo o tempo em plantão real Só depois disso vale investir na automação: Zabbix → IA → Telegram ou WhatsApp 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— Contexto de Alertas com IA</dc:title>
  <dc:subject/>
  <dc:creator/>
  <cp:lastModifiedBy/>
  <cp:revision>1</cp:revision>
  <dcterms:created xsi:type="dcterms:W3CDTF">2026-10-15T19:58:33Z</dcterms:created>
  <dcterms:modified xsi:type="dcterms:W3CDTF">2026-10-15T19:58:33Z</dcterms:modified>
</cp:coreProperties>
</file>